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285875"/>
            <a:ext cx="5486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Nuqta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16027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Rewards-Led Commerce Intelligence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282892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$150B GCC TAM • 10% Offline Cashback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0" y="313753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30+ Signed LOIs • 18x LTV:CAC Ratio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344614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Q1 2026 Launch • Raising $500K Pre-Seed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371975"/>
            <a:ext cx="5486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rejaul@nuqtaapp.com | Dubai, UAE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The $2.4B UAE Shopping Crisis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UAE shoppers waste AED 2.4B annually on suboptimal purchase decisions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571750"/>
            <a:ext cx="182880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
</a:t>
            </a:r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No Price Discovery
</a:t>
            </a:r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73% overpay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108960" y="2571750"/>
            <a:ext cx="182880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
</a:t>
            </a:r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Scattered Rewards
</a:t>
            </a:r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63% unclaimed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120640" y="2571750"/>
            <a:ext cx="182880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
</a:t>
            </a:r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Time Wasted
</a:t>
            </a:r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8hrs/month searching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132320" y="2571750"/>
            <a:ext cx="182880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💔
</a:t>
            </a:r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Zero ROI
</a:t>
            </a:r>
            <a:pPr algn="ctr" indent="0" marL="0">
              <a:buNone/>
            </a:pPr>
            <a:r>
              <a:rPr lang="en-US" sz="1600" dirty="0">
                <a:solidFill>
                  <a:srgbClr val="EF4444"/>
                </a:solidFill>
              </a:rPr>
              <a:t>Merchants see no returns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286000" y="4217670"/>
            <a:ext cx="4572000" cy="30861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AED 684 lost per shopper annually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USER 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The Offline Shopping Nightmare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Every shopping trip is a frustrating, inefficient experience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314575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Before Shopping
</a:t>
            </a:r>
            <a:pPr algn="l" indent="0" marL="0">
              <a:buNone/>
            </a:pPr>
            <a:r>
              <a:rPr lang="en-US" sz="1600" i="1" dirty="0">
                <a:solidFill>
                  <a:srgbClr val="EF4444"/>
                </a:solidFill>
              </a:rPr>
              <a:t>Where should I go?
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No way to compare prices across stores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931795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During Shopping
</a:t>
            </a:r>
            <a:pPr algn="l" indent="0" marL="0">
              <a:buNone/>
            </a:pPr>
            <a:r>
              <a:rPr lang="en-US" sz="1600" i="1" dirty="0">
                <a:solidFill>
                  <a:srgbClr val="EF4444"/>
                </a:solidFill>
              </a:rPr>
              <a:t>Is this the best deal?
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Missing better offers nearby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3549015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After Shopping
</a:t>
            </a:r>
            <a:pPr algn="l" indent="0" marL="0">
              <a:buNone/>
            </a:pPr>
            <a:r>
              <a:rPr lang="en-US" sz="1600" i="1" dirty="0">
                <a:solidFill>
                  <a:srgbClr val="EF4444"/>
                </a:solidFill>
              </a:rPr>
              <a:t>Did I get value?
</a:t>
            </a:r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Rewards points expire unused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MERCHANT PAIN POINTS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The Acquisition Cost Crisis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Traditional channels are bleeding merchant margins dry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3200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Traditional Marketing P&amp;L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4620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Revenue: AED 100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906077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Google Ads: -AED 25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37535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Meta Ads: -AED 20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68993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Influencers: -AED 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00450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Loyalty: -AED 10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831908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Net Margin: AED 30 (30%)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2314575"/>
            <a:ext cx="3200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With Nuqta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674620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Revenue: AED 100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906077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Nuqta: -AED 10 (10% cashback)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137535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Zero Google/Meta spend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3368993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Zero influencer fees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600450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Net Margin: AED 90 (90%)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831908"/>
            <a:ext cx="32004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3x better margins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MARKET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$150B GCC Opportunity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Massive TAM in a high-value, digitally-savvy market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571750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TAM: GCC Offline Retail
</a:t>
            </a:r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</a:rPr>
              <a:t>$150B 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(100%)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188970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SAM: UAE + Saudi Arabia
</a:t>
            </a:r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</a:rPr>
              <a:t>$85B 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(57%)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806190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SOM: Target Segments Y1-3
</a:t>
            </a:r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</a:rPr>
              <a:t>$8.5B 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(10% of SAM)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PERFECT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Why Now? The 12-18 Month Window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5 converging trends create a unique market opportunity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31457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  </a:t>
            </a:r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Digital-First Consumers: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98% UAE smartphone penetration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267462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  </a:t>
            </a:r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Tech Readiness: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Tap-to-pay infrastructure everywhere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03466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  </a:t>
            </a:r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SMB Pain: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CAC crisis forcing merchant exploration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394710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  </a:t>
            </a:r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UAE Launch Market: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Affluent, early adopters, English-speaking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375475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  </a:t>
            </a:r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First-Mover Advantage: 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No direct competitor in GCC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Nuqta: Rewards-Led Commerce Intelligence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10% cashback on every offline purchase - no credit card, no delays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314575"/>
            <a:ext cx="5486400" cy="1800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🔍 Search: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Find products, compare prices across stores
</a:t>
            </a:r>
            <a:pPr algn="l" indent="0" marL="0">
              <a:buNone/>
            </a:pPr>
            <a:r>
              <a:rPr lang="en-US" sz="1800" b="1" dirty="0">
                <a:solidFill>
                  <a:srgbClr val="A855F7"/>
                </a:solidFill>
              </a:rPr>
              <a:t>💰 Save: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See best deals, offers, and cashback rates
</a:t>
            </a:r>
            <a:pPr algn="l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🎁 Earn: </a:t>
            </a:r>
            <a:pPr algn="l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Get 10% instant cashback on every purchase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USER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The 3-Step Process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Search → Shop → Earn in 60 seconds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What We Are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Commerce Intelligence + Rewards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MONEY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How Value Flows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User → Merchant → Nuqta ecosystem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REVENUE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5 Revenue Streams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Diversified income from platform activity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411480"/>
            <a:ext cx="6400800" cy="257175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PLATFORM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72009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</a:rPr>
              <a:t>3-Sided Marketplace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183005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Enterprise-grade platform connecting users, merchants, and payment partners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144018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48790"/>
            <a:ext cx="25603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User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46888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Search Engine: AI, voice, filters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Wallet System: Dual coins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Social: Referrals, leaderboards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Gamification: Loyalty tiers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0" y="1645920"/>
            <a:ext cx="2560320" cy="144018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748790"/>
            <a:ext cx="25603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Merchant Hub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2057400"/>
            <a:ext cx="246888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Analytics: Demographics, hours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Campaign Manager: A/B testing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QR/POS Integration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Multi-Location Management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560320" cy="144018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748790"/>
            <a:ext cx="256032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Admin Panel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2057400"/>
            <a:ext cx="246888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Fraud Detection: 8-layer defense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KYC Automation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Content Moderation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• Financial Reporting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31520" y="3240405"/>
            <a:ext cx="7680960" cy="822960"/>
          </a:xfrm>
          <a:prstGeom prst="rect">
            <a:avLst/>
          </a:prstGeom>
          <a:solidFill>
            <a:srgbClr val="0A1628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43275"/>
            <a:ext cx="73152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Intelligence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60045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Price Intelligence • Behavioral Insights • Predictive Analytics • Merchant ROI Tracking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4371975"/>
            <a:ext cx="6400800" cy="257175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Not just an app • Built as a full-stack platform from Day 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CAC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Blended AED 30 CAC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75-85% lower than e-commerce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12-MONTH PROJECTIONS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Year 1 Targets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10K users, AED 9M GMV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GTM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Phased Rollout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Dubai Mall → Dubai → UAE → GCC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TRACTION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Real Momentum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30+ LOIs, 95% MVP, Q1 2026 launch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Experienced Operators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Built by founders with deep GCC expertise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771525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227"/>
                </a:solidFill>
              </a:rPr>
              <a:t>THE ASK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828800" y="1234440"/>
            <a:ext cx="54864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Raising $500K Pre-Seed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28800" y="1851660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SAFE Note • $6M Cap • 20% Discount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4572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Product Development:  </a:t>
            </a:r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$200K (40%)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726055"/>
            <a:ext cx="4572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User Acquisition:  </a:t>
            </a:r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$150K (30%)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983230"/>
            <a:ext cx="4572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Merchant Onboarding:  </a:t>
            </a:r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$75K (15%)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3240405"/>
            <a:ext cx="4572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Operations:  </a:t>
            </a:r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$50K (10%)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0" y="3497580"/>
            <a:ext cx="4572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Legal &amp; Compliance:  </a:t>
            </a:r>
            <a:pPr algn="l" indent="0" marL="0">
              <a:buNone/>
            </a:pPr>
            <a:r>
              <a:rPr lang="en-US" sz="1400" b="1" dirty="0">
                <a:solidFill>
                  <a:srgbClr val="C9A227"/>
                </a:solidFill>
              </a:rPr>
              <a:t>$25K (5%)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4114800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18-month runway to Series A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The Future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Operating system for offline commerce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No Direct Competitor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Unique combination in GCC market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COMPETITIVE MOATS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4 Defensible Advantages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Network effects + data moats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18-Month Plan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From pilot to Series 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Modern Stack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Built for scale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FAQ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Common Questions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Addressing investor concerns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543050"/>
            <a:ext cx="64008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Let's Build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257175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227"/>
                </a:solidFill>
              </a:rPr>
              <a:t>Rejaul Karim • rejaul@nuqtaapp.com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771525"/>
            <a:ext cx="6400800" cy="257175"/>
          </a:xfrm>
          <a:prstGeom prst="rect">
            <a:avLst/>
          </a:prstGeom>
          <a:solidFill>
            <a:srgbClr val="C9A227">
              <a:alpha val="3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JOIN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13157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628"/>
                </a:solidFill>
              </a:rPr>
              <a:t>Be Part of Something Big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1800225"/>
            <a:ext cx="6400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Ground floor in $150B opportunity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543050"/>
            <a:ext cx="548640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182880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0" y="3086100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rejaul@nuqtaapp.com  •  nuqtaapp.com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703320"/>
            <a:ext cx="5486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🌟 Raising $500K Pre-Seed  •  Q1 2026 Launch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Nuqta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Nuqta: Rewards-Led Commerce Intelligence Platform</dc:title>
  <dc:subject>Nuqta Investor Pitch Deck - Pre-Seed Round</dc:subject>
  <dc:creator>Rejaul Karim</dc:creator>
  <cp:lastModifiedBy>Rejaul Karim</cp:lastModifiedBy>
  <cp:revision>1</cp:revision>
  <dcterms:created xsi:type="dcterms:W3CDTF">2026-01-28T13:20:26Z</dcterms:created>
  <dcterms:modified xsi:type="dcterms:W3CDTF">2026-01-28T13:20:26Z</dcterms:modified>
</cp:coreProperties>
</file>