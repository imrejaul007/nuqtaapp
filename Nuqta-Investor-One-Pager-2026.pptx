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771525"/>
            <a:ext cx="54864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Nuqta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828800" y="154305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</a:rPr>
              <a:t>10% Offline Cashback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2314575"/>
            <a:ext cx="2743200" cy="617220"/>
          </a:xfrm>
          <a:prstGeom prst="rect">
            <a:avLst/>
          </a:prstGeom>
          <a:solidFill>
            <a:srgbClr val="1E293B">
              <a:alpha val="50000"/>
            </a:srgbClr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417445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Raising
</a:t>
            </a:r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</a:rPr>
              <a:t>$500K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2743200" cy="617220"/>
          </a:xfrm>
          <a:prstGeom prst="rect">
            <a:avLst/>
          </a:prstGeom>
          <a:solidFill>
            <a:srgbClr val="1E293B">
              <a:alpha val="50000"/>
            </a:srgbClr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2417445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TAM
</a:t>
            </a:r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</a:rPr>
              <a:t>$150B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3086100"/>
            <a:ext cx="2743200" cy="617220"/>
          </a:xfrm>
          <a:prstGeom prst="rect">
            <a:avLst/>
          </a:prstGeom>
          <a:solidFill>
            <a:srgbClr val="1E293B">
              <a:alpha val="50000"/>
            </a:srgbClr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18897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CAC Reduction
</a:t>
            </a:r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</a:rPr>
              <a:t>75-85%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0" y="3086100"/>
            <a:ext cx="2743200" cy="617220"/>
          </a:xfrm>
          <a:prstGeom prst="rect">
            <a:avLst/>
          </a:prstGeom>
          <a:solidFill>
            <a:srgbClr val="1E293B">
              <a:alpha val="50000"/>
            </a:srgbClr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318897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Launch
</a:t>
            </a:r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</a:rPr>
              <a:t>Q1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4114800"/>
            <a:ext cx="5486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Commerce Intelligence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4526280"/>
            <a:ext cx="5486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rejaul@nuqtaapp.com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411480"/>
            <a:ext cx="5486400" cy="30861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92583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</a:rPr>
              <a:t>AED 2.4B Wasted Annually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1440180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UAE shoppers lose AED 684 per person on suboptimal decisions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2057400"/>
            <a:ext cx="54864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</a:rPr>
              <a:t>73%
</a:t>
            </a:r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Overpay for products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828800" y="2777490"/>
            <a:ext cx="54864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</a:rPr>
              <a:t>63%
</a:t>
            </a:r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Rewards unclaimed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3497580"/>
            <a:ext cx="54864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</a:rPr>
              <a:t>80%
</a:t>
            </a:r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No price comparison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371600" y="4217670"/>
            <a:ext cx="6400800" cy="41148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Merchant Pain: -30% Margins to CAC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411480"/>
            <a:ext cx="5486400" cy="30861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MARKET &amp; INVESTMENT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925830"/>
            <a:ext cx="73152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</a:rPr>
              <a:t>$150B GCC Opportunity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0" y="1543050"/>
            <a:ext cx="5486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TAM (GCC): </a:t>
            </a:r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$150B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0" y="1903095"/>
            <a:ext cx="5486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SAM (UAE+KSA): </a:t>
            </a:r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$85B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0" y="2263140"/>
            <a:ext cx="5486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SOM (Y1-3): </a:t>
            </a:r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$8.5B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288036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GTM: Dubai → UAE → GCC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329184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No Direct Competitor in GCC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754755"/>
            <a:ext cx="7315200" cy="1028700"/>
          </a:xfrm>
          <a:prstGeom prst="rect">
            <a:avLst/>
          </a:prstGeom>
          <a:solidFill>
            <a:srgbClr val="0A1628"/>
          </a:solidFill>
          <a:ln w="381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857625"/>
            <a:ext cx="7315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</a:rPr>
              <a:t>THE ASK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4063365"/>
            <a:ext cx="73152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$500K Pre-Seed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4423410"/>
            <a:ext cx="7315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SAFE • $6M Cap • 20% Discount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411480"/>
            <a:ext cx="5486400" cy="308610"/>
          </a:xfrm>
          <a:prstGeom prst="rect">
            <a:avLst/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925830"/>
            <a:ext cx="73152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55F7"/>
                </a:solidFill>
              </a:rPr>
              <a:t>Perfect Timing Window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1645920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📱 98% smartphone penetration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210883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💳 Tap-to-pay everywhere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2571750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💰 CAC crisis for merchants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303466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🏆 UAE: Affluent early adopters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3497580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⚡ 12-18mo first-mover advantage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4217670"/>
            <a:ext cx="640080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Launch: Q1 2026 (30 days)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411480"/>
            <a:ext cx="5486400" cy="30861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925830"/>
            <a:ext cx="73152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</a:rPr>
              <a:t>10% Instant Cashback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1645920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227"/>
                </a:solidFill>
              </a:rPr>
              <a:t>1. 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Search: Compare prices across stores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210883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227"/>
                </a:solidFill>
              </a:rPr>
              <a:t>2. 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Shop: Buy offline, show QR at checkout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571750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227"/>
                </a:solidFill>
              </a:rPr>
              <a:t>3. 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Earn: Get 10% cashback instantly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2983230"/>
            <a:ext cx="5486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Business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3343275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Merchant pays 10% → </a:t>
            </a:r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Nuqta 5% </a:t>
            </a:r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+ User 5%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857625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Year 1: 10K users, AED 9M GMV, AED 450K revenue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4320540"/>
            <a:ext cx="73152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Dual Coin System: Gold (universal) + Merchant Coins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411480"/>
            <a:ext cx="5486400" cy="30861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TRACTION &amp;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371600" y="102870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C55E"/>
                </a:solidFill>
              </a:rPr>
              <a:t>✓ </a:t>
            </a:r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30+ Signed LOIs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1388745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C55E"/>
                </a:solidFill>
              </a:rPr>
              <a:t>✓ </a:t>
            </a:r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60+ Pipeline merchants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74879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C55E"/>
                </a:solidFill>
              </a:rPr>
              <a:t>✓ </a:t>
            </a:r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95% MVP complete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108835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2C55E"/>
                </a:solidFill>
              </a:rPr>
              <a:t>✓ </a:t>
            </a:r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500+ user waitlist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2468880"/>
            <a:ext cx="5486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Team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828925"/>
            <a:ext cx="64008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Rejaul Karim
</a:t>
            </a:r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10+ years tech &amp; commerce
</a:t>
            </a:r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Deep GCC market expertise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3600450"/>
            <a:ext cx="5486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4 Competitive Moats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909060"/>
            <a:ext cx="73152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Network effects • Data moat • First-mover (12-18mo) • Merchant lock-in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14400" y="4371975"/>
            <a:ext cx="7315200" cy="514350"/>
          </a:xfrm>
          <a:prstGeom prst="rect">
            <a:avLst/>
          </a:prstGeom>
          <a:solidFill>
            <a:srgbClr val="0A1628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42341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</a:rPr>
              <a:t>Let's Talk
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rejaul@nuqtaapp.com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Nuqta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Nuqta: Investor One-Pager - $500K Pre-Seed</dc:title>
  <dc:subject>Nuqta Investor One-Pager</dc:subject>
  <dc:creator>Rejaul Karim</dc:creator>
  <cp:lastModifiedBy>Rejaul Karim</cp:lastModifiedBy>
  <cp:revision>1</cp:revision>
  <dcterms:created xsi:type="dcterms:W3CDTF">2026-01-28T09:33:08Z</dcterms:created>
  <dcterms:modified xsi:type="dcterms:W3CDTF">2026-01-28T09:33:08Z</dcterms:modified>
</cp:coreProperties>
</file>